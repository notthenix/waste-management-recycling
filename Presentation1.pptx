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725BA-7004-8072-554D-C435FDC8A5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443111-0B18-D7FA-9086-570FE1DACB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FFD8A-5B50-7D72-C9EC-8FBA02898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C6BEE-41BB-4712-BF0B-833DE868E4C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9C674C-0221-DBBE-EF18-7158F0DFA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F9264-9DE8-1EE2-5C2D-F405EAE3B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B4476-B942-4317-8A9E-7E6E69828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066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68D27-4305-0ABE-E128-F1CC69202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8814-4BAA-56C0-32B6-9F0BEF712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25A8B0-53C9-2FD1-21E0-30766FB22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C6BEE-41BB-4712-BF0B-833DE868E4C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E7FAB-BCF7-C627-1546-A8A10DFB3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1F6F0-74D9-00A7-84D5-45362E511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B4476-B942-4317-8A9E-7E6E69828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66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01508-3A65-9E07-C7EC-5E80D38B0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7CC325-3AB7-CE16-0F2C-C4FE5BFED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03DCE-9BEA-1A0B-C364-A666D0843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C6BEE-41BB-4712-BF0B-833DE868E4C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4D67D-A367-9C6D-D723-C038D5699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3B13F-8CF7-770F-0D50-D0D825FC5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B4476-B942-4317-8A9E-7E6E69828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322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8BB09-C4F9-A343-03E8-298A6D730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F9DF1-E418-6090-1A36-C3D986E9A4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B60BF0-70AA-23C6-B470-E4BE51079A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289020-8EAA-0135-E996-D3FE301F4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C6BEE-41BB-4712-BF0B-833DE868E4C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47A1C9-4CF4-4265-877D-C67AC3E98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183CF7-B761-30FA-FC22-1CA68EB08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B4476-B942-4317-8A9E-7E6E69828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38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9385C-425C-B2AB-F744-433168DFE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A67655-0B72-9A74-C357-798CF0E3F1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C5E93A-4CB8-D959-DC62-88A21621BE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768883-8EC2-5A07-B0F4-96BDF77546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EA3FDE-071B-B24E-982E-377C6CBFB7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D7DB83-D2A6-92CE-22F7-B78EDD884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C6BEE-41BB-4712-BF0B-833DE868E4C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63C4B5-1E6E-779B-1C42-CA4C3F54B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2D41D-A81E-07ED-1B24-7FAE18C74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B4476-B942-4317-8A9E-7E6E69828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847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85C72-9DBE-0DB3-DF8C-4B1992AB6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E81C43-90D3-E31F-C555-6D6D72FD0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C6BEE-41BB-4712-BF0B-833DE868E4C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AB7E57-27A6-FC98-9C04-A3A6547BA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AE0CBA-D178-0449-D3B2-209D64166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B4476-B942-4317-8A9E-7E6E69828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381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7521DD-764D-15F9-3187-4F1997286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C6BEE-41BB-4712-BF0B-833DE868E4C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4DF1BD-1583-9F01-AB8D-0943A9AB6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333B5-3851-4888-2A9C-26C9C9234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B4476-B942-4317-8A9E-7E6E69828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224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9EB7A-3126-07FD-A967-CF394EE2A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A0E6E-6C8C-16A3-9CC1-C5E376CF8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FA06E-AC43-854C-A360-4474F3C7D9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C38C71-953C-0FF8-B685-967660FD7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C6BEE-41BB-4712-BF0B-833DE868E4C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3AF569-B791-FDF0-2E3D-DD3BE1787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980B4A-8DB8-FC15-F3E0-9246167B5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B4476-B942-4317-8A9E-7E6E69828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244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EB4B7-A35A-35B2-A835-C89EC0E88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BC7C87-F78F-9B0D-A6BD-DFA0B7D4AF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6552CE-CC69-B959-9996-B882513CC1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B32E28-BEA0-B8F3-B982-6D306ACD0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C6BEE-41BB-4712-BF0B-833DE868E4C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D8112B-1AFF-75BB-D6BF-28A87B605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4D595C-E9B1-08DE-CD53-E0D8B4BC4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B4476-B942-4317-8A9E-7E6E69828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91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86426-5AE2-9D55-BB7A-861A6C282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177667-56BB-A56C-1BAD-D74712E525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2018A-0F07-BA36-EED6-C4E668091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C6BEE-41BB-4712-BF0B-833DE868E4C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F60C0-97DE-056C-2520-85CB6461C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CA5F3-C7AA-1FC5-0B0B-D33B0F622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B4476-B942-4317-8A9E-7E6E69828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235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32123F-8A9B-2A9A-DE57-79C563B379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4D99AC-27BF-4055-6FF4-635EC711A9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B74D6-F86F-FE37-FD4D-7246844EC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C6BEE-41BB-4712-BF0B-833DE868E4C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24E63-2147-74C7-26A4-03CC3333C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48B8B-1377-46C6-EB72-D59C642AE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B4476-B942-4317-8A9E-7E6E69828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299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72E20C-AB38-911B-2958-8C8EEE36C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D1E3E6-F5EF-01A0-6439-E5270ABCF5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461EA-E633-5D2B-2FBE-59EA0A0A65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DC6BEE-41BB-4712-BF0B-833DE868E4C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6A6A2-1A36-F77B-8CD3-9AD0571B1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280E2-A2A8-DD6D-0865-DA77924FD7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5B4476-B942-4317-8A9E-7E6E69828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905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1DA43E-8D20-9866-D4D2-C95BADD35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342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E84C4-E0C6-4BFC-DB49-CCA10413C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33F30C-9732-402C-A095-0C4C12DBE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933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810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4B748B-001A-45B9-D581-7982018CE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61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4736D2-7DEE-E88D-8A0F-E192CBF64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988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D44793-C108-AB54-213C-35F95B974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067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A2FF2-C565-CB90-8FFC-DC8840646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4FED2-0D1A-3188-B73C-3E9594D3D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869CF1-36BF-D87C-7EFB-3CAC0C10F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559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684CE-9183-FAFF-9735-1054E1078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520F3-65CC-11DE-52E1-4BB76BE16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894810-B88F-95FE-AAA1-75C0AE2B1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729" y="0"/>
            <a:ext cx="122763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697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36CBB-94E4-6C72-147C-18768AFCE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9005B-625E-F80A-70B2-1C2D5D5E5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513C5C-E1AA-8AD7-1737-2AA48C731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766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44E7C-BE28-66C2-355A-49D142630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B17FB-00A7-7313-62FB-F9F49F68B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E7D303-DEF4-0F5A-35B9-4FCCFE53E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675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9F52C-893A-267A-1A1C-71C9145CB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05BD8-76CE-B95C-43B5-9FFC7FDD1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8D15F4-3831-9927-715C-CC54846B9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735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10CE0-96F4-6DED-2AF0-7D999D0F9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836A0-FEB3-DE72-0237-6ACE549D0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882D88-E524-9BBD-8333-F79A66B98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16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9C241-FEFF-BCAF-7355-08276A230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47627-0FB7-633D-C00B-91E71C0D1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C354B8-D48A-892F-C574-A2B6ACE50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871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47F3D-B21F-D0A4-A73E-8B73A25DB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47DF2-C082-DE46-EC0E-B761D683A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2508F2-9493-5376-70F4-CAE85A77E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5602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79D4C-75D0-41DC-089E-C71835C0A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22F0F-E920-DCF5-AC3C-9888F090F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DEFAB1-91CF-83AC-58DE-353698450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7960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A0F76-684B-8BA2-0B70-9FF26079D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1126C-F1CA-2FE6-F318-3C26054E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FC9071-9B2B-2607-4585-EAACE4018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5671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B8E48-C5F2-E184-F7E9-DB2AD2D85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005E7-4D7B-7B9B-6734-9A0149AF8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F1C63E-30E2-729B-096B-0776979A7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4148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3B1E5-C5B3-8981-CB0F-5083329B5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FF9E9-453F-EC9C-4EE7-7F2B8A323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3895D0-7A04-AE1A-AA98-B05A74213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1712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C9594-6854-44E4-6E9A-3F9602470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316-F0CA-6A55-0C1C-6BDAABDCB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0808D1-C830-8879-80EA-DC662D759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7692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33498-DB12-11EB-45D2-C6504FB67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F5A57-D268-8C0E-B179-5D6CAC31E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FF0E88-AC74-9500-2636-1786B5C18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7993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631B8-81F2-89EC-DB2C-F83070E8F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8979C-97F2-EBE1-0FC3-F83284AC4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1553FF-F9A5-BA3D-914F-1547B15C5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857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Widescreen</PresentationFormat>
  <Paragraphs>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Zeyad mohamed Abdelrahman</dc:creator>
  <cp:lastModifiedBy>Zeyad mohamed Abdelrahman</cp:lastModifiedBy>
  <cp:revision>1</cp:revision>
  <dcterms:created xsi:type="dcterms:W3CDTF">2026-04-30T20:14:21Z</dcterms:created>
  <dcterms:modified xsi:type="dcterms:W3CDTF">2026-04-30T20:22:57Z</dcterms:modified>
</cp:coreProperties>
</file>